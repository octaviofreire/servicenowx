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ServiceNowX — Arquitetura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Escolha e justificativa do estilo arquitetural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Qual arquitetura já existe?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 projeto já apresenta uma Arquitetura em Camadas.</a:t>
            </a:r>
          </a:p>
          <a:p>
            <a:pPr>
              <a:defRPr sz="2200"/>
            </a:pPr>
            <a:r>
              <a:t>Model: Ticket, Technician e SlaPolicy.</a:t>
            </a:r>
          </a:p>
          <a:p>
            <a:pPr>
              <a:defRPr sz="2200"/>
            </a:pPr>
            <a:r>
              <a:t>Service: ServiceDeskService e AssignmentService.</a:t>
            </a:r>
          </a:p>
          <a:p>
            <a:pPr>
              <a:defRPr sz="2200"/>
            </a:pPr>
            <a:r>
              <a:t>Repository: InMemoryRepository.</a:t>
            </a:r>
          </a:p>
          <a:p>
            <a:pPr>
              <a:defRPr sz="2200"/>
            </a:pPr>
            <a:r>
              <a:t>Integrações: adapters e APIs legadas.</a:t>
            </a:r>
          </a:p>
          <a:p>
            <a:pPr>
              <a:defRPr sz="2200"/>
            </a:pPr>
            <a:r>
              <a:t>Facade e Observer complementam a solução.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Alternativas analisadas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Monolítico — simples, porém com menor separação.</a:t>
            </a:r>
          </a:p>
          <a:p>
            <a:pPr>
              <a:defRPr sz="2200"/>
            </a:pPr>
            <a:r>
              <a:t>MVC — não é o melhor encaixe porque o projeto não depende de uma interface MVC.</a:t>
            </a:r>
          </a:p>
          <a:p>
            <a:pPr>
              <a:defRPr sz="2200"/>
            </a:pPr>
            <a:r>
              <a:t>SOA / Microserviços — aumentariam a complexidade e a infraestrutura.</a:t>
            </a:r>
          </a:p>
          <a:p>
            <a:pPr>
              <a:defRPr sz="2200"/>
            </a:pPr>
            <a:r>
              <a:t>EDA / Mensageria — úteis para cenários distribuídos, mas desnecessários como estilo principal agora.</a:t>
            </a:r>
          </a:p>
          <a:p>
            <a:pPr>
              <a:defRPr sz="2200"/>
            </a:pPr>
            <a:r>
              <a:t>Arquitetura em Camadas — melhor equilíbrio para o projeto atual.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Por que escolhemos Arquitetura em Camadas?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Separa responsabilidades e facilita manutenção.</a:t>
            </a:r>
          </a:p>
          <a:p>
            <a:pPr>
              <a:defRPr sz="2200"/>
            </a:pPr>
            <a:r>
              <a:t>Permite testar regras de negócio sem depender de interface.</a:t>
            </a:r>
          </a:p>
          <a:p>
            <a:pPr>
              <a:defRPr sz="2200"/>
            </a:pPr>
            <a:r>
              <a:t>Isola persistência e integrações.</a:t>
            </a:r>
          </a:p>
          <a:p>
            <a:pPr>
              <a:defRPr sz="2200"/>
            </a:pPr>
            <a:r>
              <a:t>Combina com a estrutura real de pacotes do ServiceNowX.</a:t>
            </a:r>
          </a:p>
          <a:p>
            <a:pPr>
              <a:defRPr sz="2200"/>
            </a:pPr>
            <a:r>
              <a:t>Permite evolução futura sem exigir microserviços agora.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Matriz de decisão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Aderência ao domínio: 30%</a:t>
            </a:r>
          </a:p>
          <a:p>
            <a:pPr>
              <a:defRPr sz="2200"/>
            </a:pPr>
            <a:r>
              <a:t>Separação de responsabilidades: 20%</a:t>
            </a:r>
          </a:p>
          <a:p>
            <a:pPr>
              <a:defRPr sz="2200"/>
            </a:pPr>
            <a:r>
              <a:t>Simplicidade: 20%</a:t>
            </a:r>
          </a:p>
          <a:p>
            <a:pPr>
              <a:defRPr sz="2200"/>
            </a:pPr>
            <a:r>
              <a:t>Testabilidade: 15%</a:t>
            </a:r>
          </a:p>
          <a:p>
            <a:pPr>
              <a:defRPr sz="2200"/>
            </a:pPr>
            <a:r>
              <a:t>Evolução/escalabilidade: 15%</a:t>
            </a:r>
          </a:p>
          <a:p>
            <a:pPr>
              <a:defRPr sz="2200"/>
            </a:pPr>
            <a:r>
              <a:t>Arquitetura em Camadas: 4,80/5 — maior resultado.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Arquitetura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Entrada: Main + ServiceNowXFacade</a:t>
            </a:r>
          </a:p>
          <a:p>
            <a:pPr>
              <a:defRPr sz="2200"/>
            </a:pPr>
            <a:r>
              <a:t>Aplicação: ServiceDeskService + AssignmentService</a:t>
            </a:r>
          </a:p>
          <a:p>
            <a:pPr>
              <a:defRPr sz="2200"/>
            </a:pPr>
            <a:r>
              <a:t>Domínio: Ticket + Technician + SlaPolicy</a:t>
            </a:r>
          </a:p>
          <a:p>
            <a:pPr>
              <a:defRPr sz="2200"/>
            </a:pPr>
            <a:r>
              <a:t>Persistência: InMemoryRepository</a:t>
            </a:r>
          </a:p>
          <a:p>
            <a:pPr>
              <a:defRPr sz="2200"/>
            </a:pPr>
            <a:r>
              <a:t>Integrações: Adapter + APIs legadas</a:t>
            </a:r>
          </a:p>
          <a:p>
            <a:pPr>
              <a:defRPr sz="2200"/>
            </a:pPr>
            <a:r>
              <a:t>Eventos/Observer: mecanismo transversal de notificações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Trade-offs e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Ganho: organização, testabilidade, manutenção e evolução.</a:t>
            </a:r>
          </a:p>
          <a:p>
            <a:pPr>
              <a:defRPr sz="2200"/>
            </a:pPr>
            <a:r>
              <a:t>Custo: exige disciplina nas dependências entre camadas.</a:t>
            </a:r>
          </a:p>
          <a:p>
            <a:pPr>
              <a:defRPr sz="2200"/>
            </a:pPr>
            <a:r>
              <a:t>Limitação: não oferece escalabilidade independente de microserviços.</a:t>
            </a:r>
          </a:p>
          <a:p>
            <a:pPr>
              <a:defRPr sz="2200"/>
            </a:pPr>
            <a:r>
              <a:t>Conclusão: para o estágio atual do ServiceNowX, o benefício supera o custo.</a:t>
            </a:r>
          </a:p>
          <a:p>
            <a:pPr>
              <a:defRPr sz="2200"/>
            </a:pPr>
            <a:r>
              <a:t>Decisão: formalizar Arquitetura em Camadas como arquitetura principal.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